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2" r:id="rId1"/>
  </p:sldMasterIdLst>
  <p:sldIdLst>
    <p:sldId id="269" r:id="rId2"/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>
        <p:scale>
          <a:sx n="75" d="100"/>
          <a:sy n="75" d="100"/>
        </p:scale>
        <p:origin x="-1188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92B269-D7FF-4788-8B25-9E8EFD2BA2DF}" type="datetimeFigureOut">
              <a:rPr lang="he-IL" smtClean="0"/>
              <a:t>א'/סיון/תשפ"ו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578D373-EFA2-4CD5-9D0C-5EE14EC40FDF}" type="slidenum">
              <a:rPr lang="he-IL" smtClean="0"/>
              <a:t>‹#›</a:t>
            </a:fld>
            <a:endParaRPr lang="he-IL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92B269-D7FF-4788-8B25-9E8EFD2BA2DF}" type="datetimeFigureOut">
              <a:rPr lang="he-IL" smtClean="0"/>
              <a:t>א'/סיון/תשפ"ו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578D373-EFA2-4CD5-9D0C-5EE14EC40FD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92B269-D7FF-4788-8B25-9E8EFD2BA2DF}" type="datetimeFigureOut">
              <a:rPr lang="he-IL" smtClean="0"/>
              <a:t>א'/סיון/תשפ"ו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578D373-EFA2-4CD5-9D0C-5EE14EC40FDF}" type="slidenum">
              <a:rPr lang="he-IL" smtClean="0"/>
              <a:t>‹#›</a:t>
            </a:fld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92B269-D7FF-4788-8B25-9E8EFD2BA2DF}" type="datetimeFigureOut">
              <a:rPr lang="he-IL" smtClean="0"/>
              <a:t>א'/סיון/תשפ"ו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578D373-EFA2-4CD5-9D0C-5EE14EC40FD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92B269-D7FF-4788-8B25-9E8EFD2BA2DF}" type="datetimeFigureOut">
              <a:rPr lang="he-IL" smtClean="0"/>
              <a:t>א'/סיון/תשפ"ו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578D373-EFA2-4CD5-9D0C-5EE14EC40FDF}" type="slidenum">
              <a:rPr lang="he-IL" smtClean="0"/>
              <a:t>‹#›</a:t>
            </a:fld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92B269-D7FF-4788-8B25-9E8EFD2BA2DF}" type="datetimeFigureOut">
              <a:rPr lang="he-IL" smtClean="0"/>
              <a:t>א'/סיון/תשפ"ו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578D373-EFA2-4CD5-9D0C-5EE14EC40FD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92B269-D7FF-4788-8B25-9E8EFD2BA2DF}" type="datetimeFigureOut">
              <a:rPr lang="he-IL" smtClean="0"/>
              <a:t>א'/סיון/תשפ"ו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578D373-EFA2-4CD5-9D0C-5EE14EC40FD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92B269-D7FF-4788-8B25-9E8EFD2BA2DF}" type="datetimeFigureOut">
              <a:rPr lang="he-IL" smtClean="0"/>
              <a:t>א'/סיון/תשפ"ו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578D373-EFA2-4CD5-9D0C-5EE14EC40FD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3492B269-D7FF-4788-8B25-9E8EFD2BA2DF}" type="datetimeFigureOut">
              <a:rPr lang="he-IL" smtClean="0"/>
              <a:t>א'/סיון/תשפ"ו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3578D373-EFA2-4CD5-9D0C-5EE14EC40FD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92B269-D7FF-4788-8B25-9E8EFD2BA2DF}" type="datetimeFigureOut">
              <a:rPr lang="he-IL" smtClean="0"/>
              <a:t>א'/סיון/תשפ"ו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578D373-EFA2-4CD5-9D0C-5EE14EC40FD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492B269-D7FF-4788-8B25-9E8EFD2BA2DF}" type="datetimeFigureOut">
              <a:rPr lang="he-IL" smtClean="0"/>
              <a:t>א'/סיון/תשפ"ו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578D373-EFA2-4CD5-9D0C-5EE14EC40FD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3492B269-D7FF-4788-8B25-9E8EFD2BA2DF}" type="datetimeFigureOut">
              <a:rPr lang="he-IL" smtClean="0"/>
              <a:t>א'/סיון/תשפ"ו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3578D373-EFA2-4CD5-9D0C-5EE14EC40FDF}" type="slidenum">
              <a:rPr lang="he-IL" smtClean="0"/>
              <a:t>‹#›</a:t>
            </a:fld>
            <a:endParaRPr lang="he-IL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1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r" rtl="1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r" rtl="1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r" rtl="1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r" rtl="1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r" rtl="1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r" rtl="1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r" rtl="1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r" rtl="1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r" rtl="1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Project Brief</a:t>
            </a:r>
            <a:endParaRPr lang="he-IL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3022104" cy="4572000"/>
          </a:xfrm>
        </p:spPr>
        <p:txBody>
          <a:bodyPr/>
          <a:lstStyle/>
          <a:p>
            <a:pPr algn="l" rtl="0">
              <a:buFont typeface="Arial" charset="0"/>
              <a:buChar char="•"/>
            </a:pPr>
            <a:r>
              <a:rPr lang="en-US" dirty="0" smtClean="0"/>
              <a:t>Project goal: Simulate office networking</a:t>
            </a:r>
          </a:p>
          <a:p>
            <a:pPr algn="l" rtl="0">
              <a:buFont typeface="Arial" charset="0"/>
              <a:buChar char="•"/>
            </a:pPr>
            <a:endParaRPr lang="en-US" dirty="0" smtClean="0"/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Phase 1: 1 LAN set up through DHCP IP distribution</a:t>
            </a:r>
          </a:p>
          <a:p>
            <a:pPr algn="l" rtl="0">
              <a:buFont typeface="Arial" charset="0"/>
              <a:buChar char="•"/>
            </a:pPr>
            <a:endParaRPr lang="en-US" dirty="0" smtClean="0"/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Phase 2: Add 1 VLAN and set up to DHCP as well</a:t>
            </a:r>
          </a:p>
          <a:p>
            <a:pPr algn="l" rtl="0">
              <a:buFont typeface="Arial" charset="0"/>
              <a:buChar char="•"/>
            </a:pPr>
            <a:endParaRPr lang="en-US" dirty="0" smtClean="0"/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Tools used for simulation:</a:t>
            </a:r>
            <a:br>
              <a:rPr lang="en-US" dirty="0" smtClean="0"/>
            </a:br>
            <a:r>
              <a:rPr lang="en-US" dirty="0" err="1" smtClean="0"/>
              <a:t>Cisko</a:t>
            </a:r>
            <a:r>
              <a:rPr lang="en-US" dirty="0" smtClean="0"/>
              <a:t> Packet Tracer</a:t>
            </a:r>
          </a:p>
          <a:p>
            <a:pPr algn="l" rtl="0">
              <a:buFont typeface="Arial" charset="0"/>
              <a:buChar char="•"/>
            </a:pPr>
            <a:endParaRPr lang="en-US" dirty="0" smtClean="0"/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Enjoy!</a:t>
            </a:r>
          </a:p>
        </p:txBody>
      </p:sp>
      <p:pic>
        <p:nvPicPr>
          <p:cNvPr id="13" name="Content Placeholder 12" descr="01 initial setup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788024" y="332656"/>
            <a:ext cx="4143954" cy="3153215"/>
          </a:xfrm>
        </p:spPr>
      </p:pic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7904" y="3573016"/>
            <a:ext cx="520065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Network Infrastructure </a:t>
            </a:r>
            <a:r>
              <a:rPr lang="en-US" b="1" dirty="0" smtClean="0"/>
              <a:t>Deployment</a:t>
            </a:r>
            <a:endParaRPr lang="he-IL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>
              <a:buFont typeface="Arial" charset="0"/>
              <a:buChar char="•"/>
            </a:pPr>
            <a:r>
              <a:rPr lang="en-US" dirty="0" smtClean="0"/>
              <a:t>Initial </a:t>
            </a:r>
            <a:r>
              <a:rPr lang="en-US" dirty="0" smtClean="0"/>
              <a:t>layout includes ROUTER and five PC’s connected to a switch that connects to the server.</a:t>
            </a:r>
            <a:endParaRPr lang="en-US" dirty="0" smtClean="0"/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Designed for internal network  with no WIFI.</a:t>
            </a:r>
          </a:p>
        </p:txBody>
      </p:sp>
      <p:pic>
        <p:nvPicPr>
          <p:cNvPr id="13" name="Content Placeholder 12" descr="01 initial setup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0" y="1412776"/>
            <a:ext cx="4143954" cy="3153215"/>
          </a:xfrm>
        </p:spPr>
      </p:pic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Server </a:t>
            </a:r>
            <a:r>
              <a:rPr lang="en-US" b="1" dirty="0" err="1" smtClean="0"/>
              <a:t>Config</a:t>
            </a:r>
            <a:endParaRPr lang="he-IL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"/>
          </p:nvPr>
        </p:nvSpPr>
        <p:spPr>
          <a:xfrm>
            <a:off x="395536" y="1435100"/>
            <a:ext cx="2160240" cy="4572000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b="1" dirty="0" smtClean="0"/>
              <a:t>SETTING up the </a:t>
            </a:r>
            <a:r>
              <a:rPr lang="en-US" b="1" u="sng" dirty="0" smtClean="0"/>
              <a:t>SERVER</a:t>
            </a:r>
            <a:endParaRPr lang="en-US" u="sng" dirty="0" smtClean="0"/>
          </a:p>
          <a:p>
            <a:pPr algn="l"/>
            <a:r>
              <a:rPr lang="en-US" b="1" dirty="0" smtClean="0"/>
              <a:t>IP</a:t>
            </a:r>
            <a:r>
              <a:rPr lang="en-US" dirty="0" smtClean="0"/>
              <a:t>:</a:t>
            </a:r>
            <a:r>
              <a:rPr lang="en-US" b="1" dirty="0" smtClean="0"/>
              <a:t> </a:t>
            </a:r>
            <a:r>
              <a:rPr lang="en-US" dirty="0" smtClean="0"/>
              <a:t>(server</a:t>
            </a:r>
            <a:r>
              <a:rPr lang="en-US" dirty="0" smtClean="0"/>
              <a:t>): 192.168.1.10</a:t>
            </a:r>
            <a:endParaRPr lang="en-US" dirty="0" smtClean="0"/>
          </a:p>
          <a:p>
            <a:pPr algn="l"/>
            <a:r>
              <a:rPr lang="en-US" b="1" dirty="0" smtClean="0"/>
              <a:t>SM</a:t>
            </a:r>
            <a:r>
              <a:rPr lang="en-US" dirty="0" smtClean="0"/>
              <a:t>:255.255.255.0</a:t>
            </a:r>
            <a:endParaRPr lang="en-US" dirty="0" smtClean="0"/>
          </a:p>
          <a:p>
            <a:pPr algn="l" rtl="0"/>
            <a:r>
              <a:rPr lang="en-US" b="1" dirty="0" smtClean="0"/>
              <a:t>Default Gateway: </a:t>
            </a:r>
            <a:r>
              <a:rPr lang="en-US" b="1" dirty="0" smtClean="0"/>
              <a:t>192.168.1.1</a:t>
            </a:r>
          </a:p>
          <a:p>
            <a:pPr algn="l" rtl="0"/>
            <a:endParaRPr lang="en-US" b="1" dirty="0" smtClean="0"/>
          </a:p>
          <a:p>
            <a:pPr algn="l" rtl="0"/>
            <a:r>
              <a:rPr lang="en-US" b="1" u="sng" dirty="0" smtClean="0"/>
              <a:t>Turning on the DHCP</a:t>
            </a:r>
            <a:endParaRPr lang="en-US" b="1" u="sng" dirty="0" smtClean="0"/>
          </a:p>
          <a:p>
            <a:pPr algn="l" rtl="0"/>
            <a:r>
              <a:rPr lang="en-US" dirty="0" smtClean="0"/>
              <a:t>* Turn  the </a:t>
            </a:r>
            <a:r>
              <a:rPr lang="en-US" dirty="0" smtClean="0"/>
              <a:t>DCHP ON</a:t>
            </a:r>
          </a:p>
          <a:p>
            <a:pPr algn="l" rtl="0"/>
            <a:r>
              <a:rPr lang="en-US" dirty="0" smtClean="0"/>
              <a:t>* Set  the default </a:t>
            </a:r>
            <a:r>
              <a:rPr lang="en-US" dirty="0" smtClean="0"/>
              <a:t>gateway</a:t>
            </a:r>
          </a:p>
          <a:p>
            <a:pPr algn="l" rtl="0"/>
            <a:r>
              <a:rPr lang="en-US" dirty="0" smtClean="0"/>
              <a:t>* Start IP address range from </a:t>
            </a:r>
            <a:r>
              <a:rPr lang="en-US" dirty="0" smtClean="0"/>
              <a:t>192.168.1.20</a:t>
            </a:r>
          </a:p>
          <a:p>
            <a:pPr algn="l" rtl="0"/>
            <a:r>
              <a:rPr lang="en-US" dirty="0" smtClean="0"/>
              <a:t>Add to pool</a:t>
            </a:r>
          </a:p>
          <a:p>
            <a:pPr algn="l" rtl="0"/>
            <a:r>
              <a:rPr lang="en-US" dirty="0" smtClean="0"/>
              <a:t>SAVE</a:t>
            </a:r>
          </a:p>
          <a:p>
            <a:pPr algn="l" rtl="0"/>
            <a:endParaRPr lang="en-US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67944" y="188640"/>
            <a:ext cx="4791447" cy="1985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98713" y="2324100"/>
            <a:ext cx="6745287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up the ROUTER</a:t>
            </a:r>
            <a:endParaRPr lang="he-I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/>
            <a:endParaRPr lang="en-US" dirty="0" smtClean="0"/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ROUTER’s CLI</a:t>
            </a:r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Created </a:t>
            </a:r>
            <a:r>
              <a:rPr lang="en-US" dirty="0" smtClean="0"/>
              <a:t>the interface for 0/0/0</a:t>
            </a:r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Entered IP address for the ROUTER 192.168.1.1 and SM 255.255.255.</a:t>
            </a:r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Forced NO SHUTDOWN</a:t>
            </a:r>
            <a:endParaRPr lang="he-IL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1556792"/>
            <a:ext cx="5486400" cy="2685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3340" y="4293096"/>
            <a:ext cx="5940660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85800" y="273050"/>
            <a:ext cx="1725960" cy="1643782"/>
          </a:xfrm>
        </p:spPr>
        <p:txBody>
          <a:bodyPr/>
          <a:lstStyle/>
          <a:p>
            <a:r>
              <a:rPr lang="en-US" b="1" dirty="0" smtClean="0"/>
              <a:t>PC DHCP </a:t>
            </a:r>
            <a:r>
              <a:rPr lang="en-US" b="1" u="sng" dirty="0" err="1" smtClean="0"/>
              <a:t>Config</a:t>
            </a:r>
            <a:endParaRPr lang="he-IL" u="sng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"/>
          </p:nvPr>
        </p:nvSpPr>
        <p:spPr>
          <a:xfrm>
            <a:off x="395536" y="2060848"/>
            <a:ext cx="2088232" cy="4536504"/>
          </a:xfrm>
        </p:spPr>
        <p:txBody>
          <a:bodyPr>
            <a:normAutofit fontScale="85000" lnSpcReduction="20000"/>
          </a:bodyPr>
          <a:lstStyle/>
          <a:p>
            <a:pPr algn="l" rtl="0">
              <a:buFont typeface="Arial" charset="0"/>
              <a:buChar char="•"/>
            </a:pPr>
            <a:r>
              <a:rPr lang="en-US" b="1" dirty="0" smtClean="0"/>
              <a:t>Entered PC0</a:t>
            </a:r>
          </a:p>
          <a:p>
            <a:pPr algn="l" rtl="0">
              <a:buFont typeface="Arial" charset="0"/>
              <a:buChar char="•"/>
            </a:pPr>
            <a:r>
              <a:rPr lang="en-US" b="1" dirty="0" smtClean="0"/>
              <a:t>Settings</a:t>
            </a:r>
          </a:p>
          <a:p>
            <a:pPr algn="l" rtl="0">
              <a:buFont typeface="Arial" charset="0"/>
              <a:buChar char="•"/>
            </a:pPr>
            <a:r>
              <a:rPr lang="en-US" b="1" dirty="0" smtClean="0"/>
              <a:t>Turn on DHCP</a:t>
            </a:r>
          </a:p>
          <a:p>
            <a:pPr algn="l" rtl="0">
              <a:buFont typeface="Arial" charset="0"/>
              <a:buChar char="•"/>
            </a:pPr>
            <a:endParaRPr lang="en-US" b="1" dirty="0" smtClean="0"/>
          </a:p>
          <a:p>
            <a:pPr algn="l" rtl="0">
              <a:buFont typeface="Arial" charset="0"/>
              <a:buChar char="•"/>
            </a:pPr>
            <a:endParaRPr lang="en-US" b="1" dirty="0" smtClean="0"/>
          </a:p>
          <a:p>
            <a:pPr algn="l" rtl="0">
              <a:buFont typeface="Arial" charset="0"/>
              <a:buChar char="•"/>
            </a:pPr>
            <a:r>
              <a:rPr lang="en-US" b="1" dirty="0" smtClean="0"/>
              <a:t>In </a:t>
            </a:r>
            <a:r>
              <a:rPr lang="en-US" b="1" dirty="0" err="1" smtClean="0"/>
              <a:t>FastEthernet</a:t>
            </a:r>
            <a:r>
              <a:rPr lang="en-US" b="1" dirty="0" smtClean="0"/>
              <a:t> I can see the “magic happen”</a:t>
            </a:r>
          </a:p>
          <a:p>
            <a:pPr algn="l" rtl="0">
              <a:buFont typeface="Arial" charset="0"/>
              <a:buChar char="•"/>
            </a:pPr>
            <a:r>
              <a:rPr lang="en-US" b="1" dirty="0" smtClean="0"/>
              <a:t>The magic: The IP address auto fills as per DHCP </a:t>
            </a:r>
          </a:p>
          <a:p>
            <a:pPr algn="l" rtl="0">
              <a:buFont typeface="Arial" charset="0"/>
              <a:buChar char="•"/>
            </a:pPr>
            <a:r>
              <a:rPr lang="en-US" b="1" dirty="0" smtClean="0"/>
              <a:t>PC0 receives the first IP number in the LAN: 192.168.1.20</a:t>
            </a:r>
          </a:p>
          <a:p>
            <a:pPr algn="l" rtl="0">
              <a:buFont typeface="Arial" charset="0"/>
              <a:buChar char="•"/>
            </a:pPr>
            <a:r>
              <a:rPr lang="en-US" b="1" dirty="0" smtClean="0"/>
              <a:t>When setting up the SERVER previously, the IP addresses assigned  are starting from X.X.X.20</a:t>
            </a:r>
          </a:p>
          <a:p>
            <a:pPr algn="l" rtl="0">
              <a:buFont typeface="Arial" charset="0"/>
              <a:buChar char="•"/>
            </a:pPr>
            <a:endParaRPr lang="en-US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3013" y="476672"/>
            <a:ext cx="6630987" cy="3140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13037" y="3645024"/>
            <a:ext cx="6430963" cy="3212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Ping To Prove Communications</a:t>
            </a:r>
            <a:endParaRPr lang="he-IL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"/>
          </p:nvPr>
        </p:nvSpPr>
        <p:spPr>
          <a:xfrm>
            <a:off x="395536" y="1340768"/>
            <a:ext cx="861864" cy="4572000"/>
          </a:xfrm>
        </p:spPr>
        <p:txBody>
          <a:bodyPr/>
          <a:lstStyle/>
          <a:p>
            <a:pPr algn="l" rtl="0">
              <a:buFont typeface="Arial" charset="0"/>
              <a:buChar char="•"/>
            </a:pPr>
            <a:r>
              <a:rPr lang="en-US" dirty="0" smtClean="0"/>
              <a:t>PING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5691" y="1268760"/>
            <a:ext cx="7908309" cy="5119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Adding a new VLAN</a:t>
            </a:r>
            <a:endParaRPr lang="he-IL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"/>
          </p:nvPr>
        </p:nvSpPr>
        <p:spPr>
          <a:xfrm>
            <a:off x="539552" y="1556792"/>
            <a:ext cx="2592288" cy="2592288"/>
          </a:xfrm>
        </p:spPr>
        <p:txBody>
          <a:bodyPr>
            <a:normAutofit fontScale="92500" lnSpcReduction="10000"/>
          </a:bodyPr>
          <a:lstStyle/>
          <a:p>
            <a:pPr algn="l" rtl="0">
              <a:buFont typeface="Arial" charset="0"/>
              <a:buChar char="•"/>
            </a:pPr>
            <a:r>
              <a:rPr lang="en-US" dirty="0" smtClean="0"/>
              <a:t>In this scenario we have opened a new department and want to connect some LAPTOPS through WI FI</a:t>
            </a:r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New </a:t>
            </a:r>
            <a:r>
              <a:rPr lang="en-US" dirty="0" err="1" smtClean="0"/>
              <a:t>Vlan</a:t>
            </a:r>
            <a:r>
              <a:rPr lang="en-US" dirty="0" smtClean="0"/>
              <a:t>:</a:t>
            </a:r>
          </a:p>
          <a:p>
            <a:pPr algn="l" rtl="0"/>
            <a:r>
              <a:rPr lang="en-US" dirty="0" smtClean="0"/>
              <a:t>192.168.10.1</a:t>
            </a:r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New hardware:</a:t>
            </a:r>
          </a:p>
          <a:p>
            <a:pPr algn="l" rtl="0"/>
            <a:r>
              <a:rPr lang="en-US" dirty="0" smtClean="0"/>
              <a:t>Access Point added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1840" y="1484784"/>
            <a:ext cx="6012160" cy="3961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Switch </a:t>
            </a:r>
            <a:r>
              <a:rPr lang="en-US" dirty="0" err="1" smtClean="0"/>
              <a:t>Config</a:t>
            </a:r>
            <a:r>
              <a:rPr lang="en-US" dirty="0" smtClean="0"/>
              <a:t> – Create VLAN 10 for PC’s</a:t>
            </a:r>
            <a:endParaRPr lang="he-I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340768"/>
            <a:ext cx="8820472" cy="34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 </a:t>
            </a:r>
            <a:r>
              <a:rPr lang="en-US" dirty="0" err="1" smtClean="0"/>
              <a:t>Config</a:t>
            </a:r>
            <a:r>
              <a:rPr lang="en-US" dirty="0" smtClean="0"/>
              <a:t> </a:t>
            </a:r>
            <a:endParaRPr lang="he-I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11560" y="1844824"/>
            <a:ext cx="2514600" cy="4572000"/>
          </a:xfrm>
        </p:spPr>
        <p:txBody>
          <a:bodyPr/>
          <a:lstStyle/>
          <a:p>
            <a:pPr algn="l" rtl="0">
              <a:buFont typeface="Arial" charset="0"/>
              <a:buChar char="•"/>
            </a:pPr>
            <a:r>
              <a:rPr lang="en-US" dirty="0" smtClean="0"/>
              <a:t>Zoom in to VLAN setup for laptops – VLAN 10</a:t>
            </a:r>
          </a:p>
          <a:p>
            <a:pPr algn="l" rtl="0">
              <a:buFont typeface="Arial" charset="0"/>
              <a:buChar char="•"/>
            </a:pPr>
            <a:endParaRPr lang="en-US" dirty="0" smtClean="0"/>
          </a:p>
          <a:p>
            <a:pPr algn="l" rtl="0">
              <a:buFont typeface="Arial" charset="0"/>
              <a:buChar char="•"/>
            </a:pPr>
            <a:endParaRPr lang="en-US" dirty="0" smtClean="0"/>
          </a:p>
          <a:p>
            <a:pPr algn="l" rtl="0">
              <a:buFont typeface="Arial" charset="0"/>
              <a:buChar char="•"/>
            </a:pPr>
            <a:endParaRPr lang="en-US" dirty="0" smtClean="0"/>
          </a:p>
          <a:p>
            <a:pPr algn="l" rtl="0">
              <a:buFont typeface="Arial" charset="0"/>
              <a:buChar char="•"/>
            </a:pPr>
            <a:endParaRPr lang="en-US" dirty="0" smtClean="0"/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 </a:t>
            </a:r>
            <a:r>
              <a:rPr lang="en-US" dirty="0" smtClean="0"/>
              <a:t>Setting up Trunk</a:t>
            </a:r>
            <a:endParaRPr lang="he-IL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872" y="3429000"/>
            <a:ext cx="5191125" cy="2560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19872" y="1916832"/>
            <a:ext cx="5112569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Router </a:t>
            </a:r>
            <a:r>
              <a:rPr lang="en-US" dirty="0" err="1" smtClean="0"/>
              <a:t>Config</a:t>
            </a:r>
            <a:endParaRPr lang="he-I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397764" indent="-342900" algn="l" rtl="0">
              <a:buAutoNum type="arabicParenR"/>
            </a:pPr>
            <a:r>
              <a:rPr lang="en-US" dirty="0" smtClean="0"/>
              <a:t>Delete previous IP settings for the interface created for 0/0/0</a:t>
            </a:r>
          </a:p>
          <a:p>
            <a:pPr marL="397764" indent="-342900" algn="l" rtl="0">
              <a:buFont typeface="Wingdings"/>
              <a:buAutoNum type="arabicParenR"/>
            </a:pPr>
            <a:r>
              <a:rPr lang="en-US" dirty="0" smtClean="0"/>
              <a:t>Create new interface for the existing network (the PC’s) 0/0/0.1</a:t>
            </a:r>
            <a:br>
              <a:rPr lang="en-US" dirty="0" smtClean="0"/>
            </a:br>
            <a:r>
              <a:rPr lang="en-US" dirty="0" smtClean="0"/>
              <a:t>IP: 192.168.1.1 (same</a:t>
            </a:r>
            <a:r>
              <a:rPr lang="en-US" dirty="0" smtClean="0"/>
              <a:t>)</a:t>
            </a:r>
          </a:p>
          <a:p>
            <a:pPr marL="397764" indent="-342900" algn="l" rtl="0">
              <a:buAutoNum type="arabicParenR"/>
            </a:pPr>
            <a:r>
              <a:rPr lang="en-US" dirty="0" smtClean="0"/>
              <a:t>Create new VLAN for 0/0/0.10</a:t>
            </a:r>
          </a:p>
          <a:p>
            <a:pPr marL="397764" indent="-342900" algn="l" rtl="0">
              <a:buAutoNum type="arabicParenR"/>
            </a:pPr>
            <a:r>
              <a:rPr lang="en-US" dirty="0" smtClean="0"/>
              <a:t>IP: 192.168.1.10</a:t>
            </a:r>
          </a:p>
          <a:p>
            <a:pPr marL="397764" indent="-342900" algn="l" rtl="0">
              <a:buAutoNum type="arabicParenR"/>
            </a:pPr>
            <a:r>
              <a:rPr lang="en-US" dirty="0" smtClean="0"/>
              <a:t>Helper-address to define DHCP server</a:t>
            </a:r>
          </a:p>
          <a:p>
            <a:pPr marL="397764" indent="-342900" algn="l" rtl="0">
              <a:buAutoNum type="arabicParenR"/>
            </a:pPr>
            <a:endParaRPr lang="he-IL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32163" y="1484784"/>
            <a:ext cx="5811837" cy="454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 Point </a:t>
            </a:r>
            <a:r>
              <a:rPr lang="en-US" dirty="0" err="1" smtClean="0"/>
              <a:t>Config</a:t>
            </a:r>
            <a:endParaRPr lang="he-I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8062664" cy="1417836"/>
          </a:xfrm>
        </p:spPr>
        <p:txBody>
          <a:bodyPr/>
          <a:lstStyle/>
          <a:p>
            <a:pPr marL="397764" indent="-342900" algn="l" rtl="0">
              <a:buAutoNum type="arabicParenR"/>
            </a:pPr>
            <a:r>
              <a:rPr lang="en-US" dirty="0" smtClean="0"/>
              <a:t>Change the name of the SSID card</a:t>
            </a:r>
          </a:p>
          <a:p>
            <a:pPr marL="397764" indent="-342900" algn="l" rtl="0">
              <a:buAutoNum type="arabicParenR"/>
            </a:pPr>
            <a:r>
              <a:rPr lang="en-US" dirty="0" smtClean="0"/>
              <a:t>Set authentication to Password – WPA2-PSK</a:t>
            </a:r>
          </a:p>
          <a:p>
            <a:pPr marL="397764" indent="-342900" algn="l" rtl="0">
              <a:buAutoNum type="arabicParenR"/>
            </a:pPr>
            <a:r>
              <a:rPr lang="en-US" dirty="0" smtClean="0"/>
              <a:t>Enter company password – in this example it’s set to 12345678</a:t>
            </a:r>
            <a:endParaRPr lang="he-IL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3068960"/>
            <a:ext cx="7964487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Server </a:t>
            </a:r>
            <a:r>
              <a:rPr lang="en-US" dirty="0" err="1" smtClean="0"/>
              <a:t>Config</a:t>
            </a:r>
            <a:r>
              <a:rPr lang="en-US" dirty="0" smtClean="0"/>
              <a:t> – Create new pool</a:t>
            </a:r>
            <a:endParaRPr lang="he-I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>
              <a:buFont typeface="Arial" charset="0"/>
              <a:buChar char="•"/>
            </a:pPr>
            <a:r>
              <a:rPr lang="en-US" dirty="0" smtClean="0"/>
              <a:t>SERVER -&gt; Services</a:t>
            </a:r>
            <a:br>
              <a:rPr lang="en-US" dirty="0" smtClean="0"/>
            </a:br>
            <a:r>
              <a:rPr lang="en-US" dirty="0" smtClean="0"/>
              <a:t>-&gt;DHCP</a:t>
            </a:r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Creating a new pool named </a:t>
            </a:r>
            <a:r>
              <a:rPr lang="en-US" dirty="0" err="1" smtClean="0"/>
              <a:t>laptop_pool</a:t>
            </a:r>
            <a:endParaRPr lang="en-US" dirty="0" smtClean="0"/>
          </a:p>
          <a:p>
            <a:pPr algn="l" rtl="0">
              <a:buFont typeface="Arial" charset="0"/>
              <a:buChar char="•"/>
            </a:pPr>
            <a:r>
              <a:rPr lang="en-US" dirty="0" err="1" smtClean="0"/>
              <a:t>Seting</a:t>
            </a:r>
            <a:r>
              <a:rPr lang="en-US" dirty="0" smtClean="0"/>
              <a:t> </a:t>
            </a:r>
            <a:r>
              <a:rPr lang="en-US" dirty="0" smtClean="0"/>
              <a:t>default </a:t>
            </a:r>
            <a:r>
              <a:rPr lang="en-US" dirty="0" smtClean="0"/>
              <a:t>Gateway</a:t>
            </a:r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Defining start IP address at 192.168.10.20</a:t>
            </a:r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ADD -&gt; SAVE</a:t>
            </a:r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New pool added for the new VLAN named </a:t>
            </a:r>
            <a:r>
              <a:rPr lang="en-US" dirty="0" err="1" smtClean="0"/>
              <a:t>laptop_pool</a:t>
            </a:r>
            <a:endParaRPr lang="en-US" dirty="0" smtClean="0"/>
          </a:p>
          <a:p>
            <a:pPr algn="l" rtl="0">
              <a:buFont typeface="Arial" charset="0"/>
              <a:buChar char="•"/>
            </a:pPr>
            <a:endParaRPr lang="en-US" dirty="0" smtClean="0"/>
          </a:p>
          <a:p>
            <a:pPr algn="l" rtl="0">
              <a:buFont typeface="Arial" charset="0"/>
              <a:buChar char="•"/>
            </a:pPr>
            <a:endParaRPr lang="he-IL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03587" y="1340768"/>
            <a:ext cx="5840413" cy="479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85800" y="273050"/>
            <a:ext cx="3310136" cy="1643782"/>
          </a:xfrm>
        </p:spPr>
        <p:txBody>
          <a:bodyPr/>
          <a:lstStyle/>
          <a:p>
            <a:r>
              <a:rPr lang="en-US" b="1" dirty="0" smtClean="0"/>
              <a:t>Laptop </a:t>
            </a:r>
            <a:r>
              <a:rPr lang="en-US" b="1" dirty="0" err="1" smtClean="0"/>
              <a:t>Config</a:t>
            </a:r>
            <a:r>
              <a:rPr lang="en-US" b="1" dirty="0" smtClean="0"/>
              <a:t> – Part 1</a:t>
            </a:r>
            <a:endParaRPr lang="he-IL" u="sng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"/>
          </p:nvPr>
        </p:nvSpPr>
        <p:spPr>
          <a:xfrm>
            <a:off x="395536" y="1628800"/>
            <a:ext cx="3744416" cy="4536504"/>
          </a:xfrm>
        </p:spPr>
        <p:txBody>
          <a:bodyPr>
            <a:normAutofit/>
          </a:bodyPr>
          <a:lstStyle/>
          <a:p>
            <a:pPr algn="l" rtl="0">
              <a:buFont typeface="Arial" charset="0"/>
              <a:buChar char="•"/>
            </a:pPr>
            <a:r>
              <a:rPr lang="en-US" b="1" dirty="0" smtClean="0"/>
              <a:t>Entered Laptop0</a:t>
            </a:r>
          </a:p>
          <a:p>
            <a:pPr algn="l" rtl="0">
              <a:buFont typeface="Arial" charset="0"/>
              <a:buChar char="•"/>
            </a:pPr>
            <a:r>
              <a:rPr lang="en-US" b="1" dirty="0" smtClean="0"/>
              <a:t>Desktop -&gt;WIRELESS</a:t>
            </a:r>
          </a:p>
          <a:p>
            <a:pPr algn="l" rtl="0">
              <a:buFont typeface="Arial" charset="0"/>
              <a:buChar char="•"/>
            </a:pPr>
            <a:endParaRPr lang="en-US" b="1" dirty="0" smtClean="0"/>
          </a:p>
          <a:p>
            <a:pPr algn="l" rtl="0">
              <a:buFont typeface="Arial" charset="0"/>
              <a:buChar char="•"/>
            </a:pPr>
            <a:r>
              <a:rPr lang="en-US" b="1" dirty="0" smtClean="0"/>
              <a:t>Connect -&gt; </a:t>
            </a:r>
            <a:r>
              <a:rPr lang="en-US" b="1" dirty="0" err="1" smtClean="0"/>
              <a:t>laptop_wifi</a:t>
            </a:r>
            <a:r>
              <a:rPr lang="en-US" b="1" dirty="0" smtClean="0"/>
              <a:t>-&gt;Connect</a:t>
            </a:r>
          </a:p>
          <a:p>
            <a:pPr algn="l" rtl="0">
              <a:buFont typeface="Arial" charset="0"/>
              <a:buChar char="•"/>
            </a:pPr>
            <a:endParaRPr lang="en-US" dirty="0" smtClean="0"/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Enter password –&gt; 12345678 -&gt; Connect</a:t>
            </a:r>
            <a:endParaRPr lang="en-US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0"/>
            <a:ext cx="4716016" cy="2659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37521" y="2564905"/>
            <a:ext cx="4806479" cy="3613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3568" y="4066507"/>
            <a:ext cx="3384376" cy="2791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Straight Arrow Connector 15"/>
          <p:cNvCxnSpPr/>
          <p:nvPr/>
        </p:nvCxnSpPr>
        <p:spPr>
          <a:xfrm flipH="1">
            <a:off x="2771800" y="5517232"/>
            <a:ext cx="1872208" cy="432048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868144" y="2132856"/>
            <a:ext cx="0" cy="1584176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8229600" cy="1162050"/>
          </a:xfrm>
        </p:spPr>
        <p:txBody>
          <a:bodyPr/>
          <a:lstStyle/>
          <a:p>
            <a:r>
              <a:rPr lang="en-US" dirty="0" smtClean="0"/>
              <a:t>Laptop </a:t>
            </a:r>
            <a:r>
              <a:rPr lang="en-US" dirty="0" err="1" smtClean="0"/>
              <a:t>Config</a:t>
            </a:r>
            <a:r>
              <a:rPr lang="en-US" dirty="0" smtClean="0"/>
              <a:t> – Part 2 </a:t>
            </a:r>
            <a:endParaRPr lang="he-I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95536" y="1916832"/>
            <a:ext cx="2514600" cy="4139952"/>
          </a:xfrm>
        </p:spPr>
        <p:txBody>
          <a:bodyPr/>
          <a:lstStyle/>
          <a:p>
            <a:pPr algn="l" rtl="0">
              <a:buFont typeface="Arial" charset="0"/>
              <a:buChar char="•"/>
            </a:pPr>
            <a:r>
              <a:rPr lang="en-US" dirty="0" smtClean="0"/>
              <a:t>Desktop-&gt;</a:t>
            </a:r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IP </a:t>
            </a:r>
            <a:r>
              <a:rPr lang="en-US" dirty="0" err="1" smtClean="0"/>
              <a:t>Config</a:t>
            </a:r>
            <a:r>
              <a:rPr lang="en-US" dirty="0" smtClean="0"/>
              <a:t>-&gt;</a:t>
            </a:r>
          </a:p>
          <a:p>
            <a:pPr algn="l" rtl="0">
              <a:buFont typeface="Arial" charset="0"/>
              <a:buChar char="•"/>
            </a:pPr>
            <a:endParaRPr lang="en-US" dirty="0" smtClean="0"/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Select DHCP</a:t>
            </a:r>
          </a:p>
          <a:p>
            <a:pPr algn="l" rtl="0">
              <a:buFont typeface="Arial" charset="0"/>
              <a:buChar char="•"/>
            </a:pPr>
            <a:endParaRPr lang="en-US" dirty="0" smtClean="0"/>
          </a:p>
          <a:p>
            <a:pPr algn="l" rtl="0">
              <a:buFont typeface="Arial" charset="0"/>
              <a:buChar char="•"/>
            </a:pPr>
            <a:r>
              <a:rPr lang="en-US" b="1" u="sng" dirty="0" smtClean="0"/>
              <a:t>Result</a:t>
            </a:r>
            <a:endParaRPr lang="en-US" b="1" u="sng" dirty="0" smtClean="0"/>
          </a:p>
          <a:p>
            <a:pPr algn="l" rtl="0">
              <a:buFont typeface="Arial" charset="0"/>
              <a:buChar char="•"/>
            </a:pPr>
            <a:endParaRPr lang="en-US" dirty="0" smtClean="0"/>
          </a:p>
          <a:p>
            <a:pPr algn="l" rtl="0">
              <a:buFont typeface="Arial" charset="0"/>
              <a:buChar char="•"/>
            </a:pPr>
            <a:r>
              <a:rPr lang="en-US" dirty="0" smtClean="0"/>
              <a:t>IP set to VLAN</a:t>
            </a:r>
            <a:br>
              <a:rPr lang="en-US" dirty="0" smtClean="0"/>
            </a:br>
            <a:r>
              <a:rPr lang="en-US" dirty="0" smtClean="0"/>
              <a:t>automatically</a:t>
            </a:r>
            <a:br>
              <a:rPr lang="en-US" dirty="0" smtClean="0"/>
            </a:br>
            <a:r>
              <a:rPr lang="en-US" dirty="0" smtClean="0"/>
              <a:t>Default Gateway</a:t>
            </a:r>
            <a:br>
              <a:rPr lang="en-US" dirty="0" smtClean="0"/>
            </a:br>
            <a:r>
              <a:rPr lang="en-US" dirty="0" smtClean="0"/>
              <a:t>set automatically </a:t>
            </a:r>
            <a:endParaRPr lang="he-IL" dirty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943100"/>
            <a:ext cx="7020272" cy="491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THANK YOU FOR WATCHING</a:t>
            </a:r>
            <a:endParaRPr lang="he-IL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2420888"/>
            <a:ext cx="6650037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330</TotalTime>
  <Words>351</Words>
  <Application>Microsoft Office PowerPoint</Application>
  <PresentationFormat>On-screen Show (4:3)</PresentationFormat>
  <Paragraphs>91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Metro</vt:lpstr>
      <vt:lpstr>Project Brief</vt:lpstr>
      <vt:lpstr>Network Infrastructure Deployment</vt:lpstr>
      <vt:lpstr>Server Config</vt:lpstr>
      <vt:lpstr>Setting up the ROUTER</vt:lpstr>
      <vt:lpstr>PC DHCP Config</vt:lpstr>
      <vt:lpstr>Ping To Prove Communications</vt:lpstr>
      <vt:lpstr>Adding a new VLAN</vt:lpstr>
      <vt:lpstr>Switch Config – Create VLAN 10 for PC’s</vt:lpstr>
      <vt:lpstr>Switch Config </vt:lpstr>
      <vt:lpstr>Router Config</vt:lpstr>
      <vt:lpstr>Access Point Config</vt:lpstr>
      <vt:lpstr>Server Config – Create new pool</vt:lpstr>
      <vt:lpstr>Laptop Config – Part 1</vt:lpstr>
      <vt:lpstr>Laptop Config – Part 2 </vt:lpstr>
      <vt:lpstr>THANK YOU FOR WATCHING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Infrastructure Deployment</dc:title>
  <dc:creator>972523668914</dc:creator>
  <cp:lastModifiedBy>972523668914</cp:lastModifiedBy>
  <cp:revision>26</cp:revision>
  <dcterms:created xsi:type="dcterms:W3CDTF">2026-05-17T12:30:35Z</dcterms:created>
  <dcterms:modified xsi:type="dcterms:W3CDTF">2026-05-17T18:00:43Z</dcterms:modified>
</cp:coreProperties>
</file>