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_assets/Corporate Setup 2 Offices DNS&amp;DHCP Server/031 FINAL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3474720" y="0"/>
            <a:ext cx="56692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640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FA3B1"/>
                </a:solidFill>
              </a:rPr>
              <a:t>CISCO PACKET TRACER  ·  NETWORK SIMULATION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20040" y="2606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Independent Server Providing DNS &amp; DHCP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Multiple VLANs &amp; Wireless Zones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356616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DNS  Server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18488" y="356616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0A7A87"/>
          </a:solidFill>
          <a:ln w="12700">
            <a:solidFill>
              <a:srgbClr val="0A7A8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18488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DHCP  Pools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16936" y="356616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16936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 VLANs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15384" y="356616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5384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Wi-Fi  Zones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004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8098"/>
                </a:solidFill>
              </a:rPr>
              <a:t>Designed and simulated in Cisco Packet Tracer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BRIEF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46304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4630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🏢  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</a:rPr>
              <a:t>Simulate a large corporate network with two physical office zones and multiple device groups using Cisco Packet Tracer.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023360" cy="146304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88720"/>
            <a:ext cx="54864" cy="14630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🌐  Independent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642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</a:rPr>
              <a:t>A single dedicated Server0 (IP: 192.168.10.10) provides DNS and DHCP services to all VLANs via ip helper-address.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023360" cy="146304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54864" cy="14630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🔀  Network Segmentation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558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</a:rPr>
              <a:t>Four VLANs: PC_LAN (VLAN 2), MANAGEMENT (VLAN 3), AGENTS (VLAN 4), and SERVER_ZONE (VLAN 10).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880360"/>
            <a:ext cx="4023360" cy="146304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880360"/>
            <a:ext cx="54864" cy="14630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📶  Wireless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3558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</a:rPr>
              <a:t>Two Wi-Fi zones (Management &amp; Agents) via dedicated Access Points with WPA2-PSK security.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B1"/>
                </a:solidFill>
              </a:rPr>
              <a:t>IP Address Plan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Plan &amp; VLAN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NETWORK DESIGN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73736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Device / 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VLAN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IP Address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Subnet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DHCP Pool Range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Server0 (DNS/DHCP)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VLAN 10 – SERVER_ZONE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192.168.10.10 (static)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N/A (static)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Router0 – GE0/0/0.2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VLAN 2 – PC_LAN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192.168.2.1 (gateway)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192.168.2.50–255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Router0 – GE0/0/0.3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VLAN 3 –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192.168.3.1 (gateway)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192.168.3.50–255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Router0 – GE0/0/0.4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VLAN 4 – AGENTS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192.168.4.1 (gateway)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192.168.4.50–255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Router0 – GE0/0/0.10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VLAN 10 – SERVER_ZONE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192.168.10.1 (gateway)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</a:rPr>
                        <a:t>192.168.10.50–255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4069080"/>
            <a:ext cx="54864" cy="7772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</a:rPr>
              <a:t>💡  Key Concept — ip helper-address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Because the server and clients are on different VLANs, each router sub-interface uses  ip helper-address 192.168.10.10  to forward DHCP broadcast requests unicast to the server.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1 – Place Hardware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HARDWARE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35661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🖥️ Server0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2984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Provides DNS + DHCP (static IP)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764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🔀 Router0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764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ISR-331 – inter-VLAN routing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2311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🔌 Switch0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2311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2960-24TT – VLAN segmentation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💻 PC0–PC3 (×2)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697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Office PCs (VLAN 2 – PC_LAN)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1638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📶 Access Point0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163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Management Wi-Fi (VLAN 3)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630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📶 Access Point1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630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Agents Wi-Fi (VLAN 4)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40965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💻 Laptops ×10+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Management &amp; Agents wireless</a:t>
            </a:r>
            <a:endParaRPr lang="en-US" sz="1050" dirty="0"/>
          </a:p>
        </p:txBody>
      </p:sp>
      <p:pic>
        <p:nvPicPr>
          <p:cNvPr id="21" name="Image 0" descr="/home/claude/project_assets/Corporate Setup 2 Offices DNS&amp;DHCP Server/01 basic hard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960120"/>
            <a:ext cx="4434840" cy="3749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2 – Cabling &amp; Topology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CABLING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2044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35204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▸ Server0 → Switch0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2984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Straight-through copper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801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▸ Router0 → Switch0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8013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fa0/1 trunk port (802.1Q)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▸ Switch0 → PCs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304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fa0/4–fa0/15 access ports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807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▸ Switch0 → AP0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8072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fa0/2 (VLAN 3 – MANAGEMENT)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310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▸ Switch0 → AP1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3101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fa0/3 (VLAN 4 – AGENTS)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8130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▸ Switch0 → Server0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38130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Dedicated server zone 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3708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347"/>
                </a:solidFill>
              </a:rPr>
              <a:t>⚠️  All PCs use straight-through copper. Router trunk uses 802.1Q encapsulation per sub-interface.</a:t>
            </a:r>
            <a:endParaRPr lang="en-US" sz="950" dirty="0"/>
          </a:p>
        </p:txBody>
      </p:sp>
      <p:pic>
        <p:nvPicPr>
          <p:cNvPr id="20" name="Image 0" descr="/home/claude/project_assets/Corporate Setup 2 Offices DNS&amp;DHCP Server/02 cab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60120"/>
            <a:ext cx="4480560" cy="3749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3 – Router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ROUTER CONFIG  –  PART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77640" cy="36576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36576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Sub-Interface Creation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1.  Enter global config mode on Router0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57984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2.  Delete any existing Gi0/0/0 IP address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3.  Create sub-interface  Gi0/0/0.2  for VLAN 2 (PC_LAN)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45536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4.  Set encapsulation dot1q 2  and IP 192.168.2.1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639312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5.  Add  ip helper-address 192.168.10.10  to relay DHCP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133088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6.  Repeat for sub-interfaces .3, .4, and .10</a:t>
            </a:r>
            <a:endParaRPr lang="en-US" sz="1050" dirty="0"/>
          </a:p>
        </p:txBody>
      </p:sp>
      <p:pic>
        <p:nvPicPr>
          <p:cNvPr id="14" name="Image 0" descr="/home/claude/project_assets/Corporate Setup 2 Offices DNS&amp;DHCP Server/03 router 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960120"/>
            <a:ext cx="4434840" cy="2011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15" name="Image 1" descr="/home/claude/project_assets/Corporate Setup 2 Offices DNS&amp;DHCP Server/04 Router config 2 - seting lan for rou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108960"/>
            <a:ext cx="4434840" cy="1691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3 (cont.) – VLAN 4 &amp; VLAN 10 Sub-Interfaces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ROUTER CONFIG  –  PART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77640" cy="36576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36576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Key CLI Commands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0/0/0.4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encapsulation dot1q 4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address 192.168.4.1 255.255.255.0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helper-address 192.168.10.10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0/0/0.10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encapsulation dot1q 10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address 192.168.10.1 255.255.255.0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memory</a:t>
            </a:r>
            <a:endParaRPr lang="en-US" sz="1000" dirty="0"/>
          </a:p>
        </p:txBody>
      </p:sp>
      <p:pic>
        <p:nvPicPr>
          <p:cNvPr id="9" name="Image 0" descr="/home/claude/project_assets/Corporate Setup 2 Offices DNS&amp;DHCP Server/05 router 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960120"/>
            <a:ext cx="4434840" cy="3794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4 – Switch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SWITCH CONFIG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6 switch config p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14800" cy="1691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7 switch config pt 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251960" cy="1691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2926080"/>
            <a:ext cx="4114800" cy="196596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2926080"/>
            <a:ext cx="54864" cy="19659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</a:rPr>
              <a:t>Create VLANs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33832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2  → PC_LAN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3  → MANAGEMENT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4  → AGENTS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10 → SERVER_ZONE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2926080"/>
            <a:ext cx="4251960" cy="196596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63440" y="2926080"/>
            <a:ext cx="54864" cy="19659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2999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</a:rPr>
              <a:t>Assign Access Ports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fa0/4–fa0/15  → VLAN 2 (PCs)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fa0/2         → VLAN 3 (AP0)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fa0/3         → VLAN 4 (AP1)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fa0/1         → Trunk (Router)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5 – Server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281178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2811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SERVER CONFIG  ·  STATIC IP + GATEWAY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9 SERVER config 1 - set 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3246120" cy="2834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10 define ip add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051560"/>
            <a:ext cx="3246120" cy="2834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4069080"/>
            <a:ext cx="8412480" cy="9144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069080"/>
            <a:ext cx="54864" cy="9144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133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</a:rPr>
              <a:t>Server Static IP Configuration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42569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Config tab → GLOBAL → Settings:  Default Gateway = 192.168.10.1   │   Config tab → FastEthernet0:  IPv4 = 192.168.10.10 / 255.255.255.0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The server must have a static IP so all VLANs can reach it as a fixed DHCP/DNS target via the router helper-address.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6 – Enable DNS Service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DNS CONFIGURATION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11 enable D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3246120" cy="2880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051560"/>
            <a:ext cx="3246120" cy="2880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7178040" y="1051560"/>
            <a:ext cx="1737360" cy="288036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178040" y="1051560"/>
            <a:ext cx="54864" cy="28803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69480" y="1143000"/>
            <a:ext cx="1508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DNS 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Services → DNS
Set to On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A Record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Name: dns server
Type: A Record
IP: 192.168.10.10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Purpose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Allows clients to resolve hostnames on the corporate network.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4133088"/>
            <a:ext cx="8412480" cy="77724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4133088"/>
            <a:ext cx="54864" cy="7772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187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</a:rPr>
              <a:t>💡  Why DNS?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44622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DNS lets devices use friendly names instead of raw IP addresses. Although optional in a lab, it reflects real-world practice where servers are accessed by hostname, not just IP.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7 – Create DHCP Pools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DHCP CONFIGURATION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13 creating pool for vlan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2743200" cy="2286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05840"/>
            <a:ext cx="2743200" cy="2286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7" name="Image 2" descr="/home/claude/project_assets/Corporate Setup 2 Offices DNS&amp;DHCP Server/0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2788920" cy="2286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74720"/>
          <a:ext cx="8412480" cy="141732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  <a:gridCol w="1554480"/>
                <a:gridCol w="20116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Pool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Gateway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DNS Server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 IP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8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PCPool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192.168.10.10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192.168.2.50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VLAN 2 – PC_LAN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ManagementPool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192.168.10.10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192.168.3.50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VLAN 3 – MANAGEMENT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AgentPool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192.168.10.10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192.168.4.50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VLAN 4 – AGENTS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serverPool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0.0.0.0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0.0.0.0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192.168.10.50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EF4"/>
                          </a:solidFill>
                        </a:rPr>
                        <a:t>VLAN 10 – SERVER_ZONE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8 – Verify PC DHCP Assignment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988820" cy="27432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DHCP VERIFICATION  –  PCs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16 pcs now have dhcp pt 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3566160" cy="2880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17 pcs pt 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51560"/>
            <a:ext cx="4800600" cy="2880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114800"/>
            <a:ext cx="54864" cy="8229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Success – DHCP Working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45312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PC1(1) Config tab shows:  DHCP selected  |  Default Gateway = 192.168.2.1  |  DNS Server = 192.168.10.10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FastEthernet0 interface shows IP = 192.168.2.50 assigned from PCPool.  The server relay is working correctly.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8b – DHCP Pool Exhausted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ISSUE DISCOVERED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005840"/>
            <a:ext cx="448056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5760" y="1005840"/>
            <a:ext cx="3931920" cy="1828800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54864" cy="1828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78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</a:rPr>
              <a:t>🔴 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PC2(1)(1) in VLAN 2 received no IP address.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Default Gateway and DNS Server fields are empty.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Cause: The PCPool only allowed a small range — it ran out of addresses when additional PCs were connected.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971800"/>
            <a:ext cx="3931920" cy="1783080"/>
          </a:xfrm>
          <a:prstGeom prst="rect">
            <a:avLst/>
          </a:prstGeom>
          <a:solidFill>
            <a:srgbClr val="1A2A0A"/>
          </a:solidFill>
          <a:ln w="12700">
            <a:solidFill>
              <a:srgbClr val="1A2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971800"/>
            <a:ext cx="54864" cy="17830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0449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Resolution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429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Go to Server0 → Services → DHCP → PCPool.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Increase the maximum number of users (e.g. 206).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This extended the pool range to accommodate all PCs.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Alternatively, expand via the switch VLAN range.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_assets/Corporate Setup 2 Offices DNS&amp;DHCP Server/019 troubleshooting, switch, show vlan brief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F233C"/>
                </a:solidFill>
              </a:rPr>
              <a:t>TROUBLESHOOTING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Diagnosing &amp; Fixing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VLAN Issues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</a:rPr>
              <a:t>Screenshots 019 – 023  |  Switch VLAN brief  ·  Trunk verification  ·  Port re-assignment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Troubleshooting – Step 1: Diagnose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2125980" cy="27432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TROUBLESHOOTING  ·  019–020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19 troubleshooting, switch, show vlan 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005840"/>
            <a:ext cx="4480560" cy="23774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20 problem f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520440"/>
            <a:ext cx="4480560" cy="1417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1005840"/>
            <a:ext cx="3931920" cy="1280160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1005840"/>
            <a:ext cx="54864" cy="12801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</a:rPr>
              <a:t>🔍  Symptom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1417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After expanding the VLAN port range, some PCs still failed to get an IP address. Investigation began with Switch0 CLI.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2423160"/>
            <a:ext cx="3931920" cy="1280160"/>
          </a:xfrm>
          <a:prstGeom prst="rect">
            <a:avLst/>
          </a:prstGeom>
          <a:solidFill>
            <a:srgbClr val="111A0A"/>
          </a:solidFill>
          <a:ln w="12700">
            <a:solidFill>
              <a:srgbClr val="11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423160"/>
            <a:ext cx="54864" cy="128016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4871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🖥️  Command Used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285292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Switch# show vlan brief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Switch# show interface trunk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840480"/>
            <a:ext cx="3931920" cy="1143000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840480"/>
            <a:ext cx="54864" cy="11430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39044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</a:rPr>
              <a:t>🔴  Root Cause Found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423367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VLAN 10 (SERVER_ZONE) had no assigned ports in show vlan brief output. Port fa0/4 was not placed in VLAN 10 — the server was unreachable from the switch fabric.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Troubleshooting – Step 2: Apply the Fix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2125980" cy="27432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TROUBLESHOOTING  ·  021–023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21 the 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11480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22 fix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5196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7" name="Image 2" descr="/home/claude/project_assets/Corporate Setup 2 Offices DNS&amp;DHCP Server/023 fix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37560"/>
            <a:ext cx="8549640" cy="15544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8" name="Shape 3"/>
          <p:cNvSpPr/>
          <p:nvPr/>
        </p:nvSpPr>
        <p:spPr>
          <a:xfrm>
            <a:off x="365760" y="1005840"/>
            <a:ext cx="0" cy="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365760" y="1005840"/>
            <a:ext cx="54864" cy="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Troubleshooting – Summary &amp; Lessons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LESSONS LEARNED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</a:rPr>
              <a:t>🔍  Symptom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Some PCs had no DHCP-assigned IP address even after correct router and server config was verified.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188720"/>
            <a:ext cx="420624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188720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80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📋  Diagnostic Command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show vlan brief and show interface trunk on Switch0 revealed that VLAN 10 (SERVER_ZONE) had no port assigned.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53512"/>
            <a:ext cx="420624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53512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449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🔧  Fix Applied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interface fastEthernet 0/4 → switchport mode access → switchport access vlan 10 → write memory. This connected the server port to the correct VLAN.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7448" y="2953512"/>
            <a:ext cx="420624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953512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0449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Result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345643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show vlan brief confirmed fa0/4 now appears under VLAN 10. PC1(1) Config tab showed DHCP assigned gateway 192.168.2.1 and DNS 192.168.10.10.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347"/>
                </a:solidFill>
              </a:rPr>
              <a:t>💡  Always verify switch VLAN port assignments and trunk allowed VLANs before assuming router or server misconfiguration.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_assets/Corporate Setup 2 Offices DNS&amp;DHCP Server/024 access point management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0A5FA"/>
                </a:solidFill>
              </a:rPr>
              <a:t>WIRELESS SETUP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Access Points,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Wi-Fi Clients &amp; Verification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</a:rPr>
              <a:t>Screenshots 024 – 026  |  Management SSID  ·  WPA2-PSK  ·  DHCP assigned via VLAN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9 – Management Access Point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ACCESS POINT  ·  MANAGEMENT WIFI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24 access point 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005840"/>
            <a:ext cx="448056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5760" y="1005840"/>
            <a:ext cx="3931920" cy="164592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54864" cy="16459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Access Point0 Settings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1463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SSID: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7452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Management WiFi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18653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VLAN: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74520" y="18653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3 – MANAGEMENT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Channel: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874520" y="2267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6 (2.4 GHz)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Authentication: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874520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WPA2-PSK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Passphrase: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874520" y="3072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managementPassword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Encryption: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874520" y="3474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AES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749040"/>
            <a:ext cx="3931920" cy="118872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749040"/>
            <a:ext cx="54864" cy="11887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38130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</a:rPr>
              <a:t>Why WPA2-PSK?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4160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WPA2-PSK with AES provides strong encryption using a pre-shared key — suitable for a corporate lab environment simulating real secure Wi-Fi deployments.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9b – Management Laptop Verification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LAPTOP CONFIG  ·  MANAGEMENT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25 laptop p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16052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26 laptop pt 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5196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3931920"/>
            <a:ext cx="54864" cy="10058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9959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Management Laptops Connected &amp; DHCP Assigned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32511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Left: Laptop connects via Wireless0, SSID = Management WiFi, WPA2-PSK, IP auto-assigned 192.168.3.50 (VLAN 3 pool).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Right: Global Settings confirm DHCP mode, Default Gateway = 192.168.3.1, DNS = 192.168.10.10.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10 – Agents Access Point &amp; DHCP Issue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2674620" cy="27432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2674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AGENTS WIFI  ·  SECOND TROUBLESHOOT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27 setting up access point for agents 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160520" cy="23774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28 agets cant get dh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51960" cy="23774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3566160"/>
            <a:ext cx="4160520" cy="141732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3566160"/>
            <a:ext cx="54864" cy="14173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630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</a:rPr>
              <a:t>Access Point1 Config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3977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SSID: Agents WiFi  |  VLAN 4 – AGENTS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WPA2-PSK  |  Passphrase: AgentsPassword  |  AES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3566160"/>
            <a:ext cx="4251960" cy="1417320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63440" y="3566160"/>
            <a:ext cx="54864" cy="14173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3630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</a:rPr>
              <a:t>🔴  DHCP Not Working for Agents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3977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Laptop0 connects to Agents WiFi and selects DHCP — but IPv4 Address and Subnet Mask fields remain empty. Root cause: VLAN 4 sub-interface on Router0 was missing.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10b – Fix Router VLAN 4 Sub-Interface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FIX  ·  029–030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29 fixing vlan 4 in rou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160520" cy="2606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6" name="Image 1" descr="/home/claude/project_assets/Corporate Setup 2 Offices DNS&amp;DHCP Server/030 fixed - agents gets dns and dh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51960" cy="2606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3749040"/>
            <a:ext cx="4160520" cy="1188720"/>
          </a:xfrm>
          <a:prstGeom prst="rect">
            <a:avLst/>
          </a:prstGeom>
          <a:solidFill>
            <a:srgbClr val="111A0A"/>
          </a:solidFill>
          <a:ln w="12700">
            <a:solidFill>
              <a:srgbClr val="11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3749040"/>
            <a:ext cx="54864" cy="11887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813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</a:rPr>
              <a:t>CLI Fix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1422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 0/0/0.4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encapsulation dot1q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address 192.168.4.1 255.255.255.0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helper-address 192.168.10.10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memory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63440" y="3749040"/>
            <a:ext cx="4251960" cy="118872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63440" y="3749040"/>
            <a:ext cx="54864" cy="11887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3813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Agents Laptops Now Get DHCP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414223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</a:rPr>
              <a:t>Laptop0 Config shows DHCP selected, IPv4 = 192.168.4.50, Subnet 255.255.255.0. DNS = 192.168.10.10. All agents can now communicate via the corporate network.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Network Topology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 NETWORK</a:t>
            </a:r>
            <a:endParaRPr lang="en-US" sz="900" dirty="0"/>
          </a:p>
        </p:txBody>
      </p:sp>
      <p:pic>
        <p:nvPicPr>
          <p:cNvPr id="5" name="Image 0" descr="/home/claude/project_assets/Corporate Setup 2 Offices DNS&amp;DHCP Server/031 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Concepts Covered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13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9748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6187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🔀  Inter-VLAN Routing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7335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Router-on-a-stick using 802.1Q sub-interfaces on a single physical link. Each VLAN gets its own sub-interface with a gateway IP.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170432"/>
            <a:ext cx="269748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70432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6187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📡  DHCP Relay (helper-address)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67335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ip helper-address forwards client broadcasts as unicast to the central server — essential when DHCP server is on a different VLAN.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25896" y="1170432"/>
            <a:ext cx="269748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170432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126187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🌐  Centralised DNS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0488" y="167335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A single DNS server handles all VLANs. Clients receive the server IP via DHCP, enabling hostname resolution across the network.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62656"/>
            <a:ext cx="269748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62656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540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🔌  Switch VLAN Segmentation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465576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Ports assigned to specific VLANs for isolation. Trunk port carries all VLANs between switch and router.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2962656"/>
            <a:ext cx="269748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62656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540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📶  WPA2-PSK Wireless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465576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Access Points on dedicated VLAN ports provide secure Wi-Fi. Laptops get DHCP from the same central server via router relay.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25896" y="2962656"/>
            <a:ext cx="269748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162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2962656"/>
            <a:ext cx="54864" cy="16002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30540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A3B1"/>
                </a:solidFill>
              </a:rPr>
              <a:t>🔍  Systematic Troubleshooting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3465576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show vlan brief and show interface trunk commands quickly reveal missing port assignments — always verify the data plane before blaming the server.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ect_assets/Corporate Setup 2 Offices DNS&amp;DHCP Server/031 FINAL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FA3B1"/>
                </a:solidFill>
              </a:rPr>
              <a:t>CISCO PACKET TRACER  ·  NETWORK SIMULATION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65760" y="2240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Corporate Network Setup — DNS &amp; DHCP Server Simulation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288036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273A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VLAN Segmentation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31720" y="288036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273A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3172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Inter-VLAN Routing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288036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273A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Centralised DHCP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38328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273A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DNS Service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331720" y="338328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273A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3172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WPA2 Wireless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97680" y="338328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273A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Troubleshooting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8098"/>
                </a:solidFill>
              </a:rPr>
              <a:t>Built with Cisco Packet Tracer  ·  For educational purposes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Network Setup – DNS &amp; DHCP Server</dc:title>
  <dc:subject>PptxGenJS Presentation</dc:subject>
  <dc:creator>Network Lab</dc:creator>
  <cp:lastModifiedBy>Network Lab</cp:lastModifiedBy>
  <cp:revision>1</cp:revision>
  <dcterms:created xsi:type="dcterms:W3CDTF">2026-05-23T16:33:43Z</dcterms:created>
  <dcterms:modified xsi:type="dcterms:W3CDTF">2026-05-23T16:33:43Z</dcterms:modified>
</cp:coreProperties>
</file>